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4AC9-4843-4A59-A043-9ED8596C7741}" type="datetimeFigureOut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8563-E340-4FBD-94EE-43F811B1A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1899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4AC9-4843-4A59-A043-9ED8596C7741}" type="datetimeFigureOut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8563-E340-4FBD-94EE-43F811B1A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1929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4AC9-4843-4A59-A043-9ED8596C7741}" type="datetimeFigureOut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8563-E340-4FBD-94EE-43F811B1A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5544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4AC9-4843-4A59-A043-9ED8596C7741}" type="datetimeFigureOut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8563-E340-4FBD-94EE-43F811B1A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9183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4AC9-4843-4A59-A043-9ED8596C7741}" type="datetimeFigureOut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8563-E340-4FBD-94EE-43F811B1A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657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4AC9-4843-4A59-A043-9ED8596C7741}" type="datetimeFigureOut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8563-E340-4FBD-94EE-43F811B1A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2487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4AC9-4843-4A59-A043-9ED8596C7741}" type="datetimeFigureOut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8563-E340-4FBD-94EE-43F811B1A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948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4AC9-4843-4A59-A043-9ED8596C7741}" type="datetimeFigureOut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8563-E340-4FBD-94EE-43F811B1A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781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4AC9-4843-4A59-A043-9ED8596C7741}" type="datetimeFigureOut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8563-E340-4FBD-94EE-43F811B1A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133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4AC9-4843-4A59-A043-9ED8596C7741}" type="datetimeFigureOut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8563-E340-4FBD-94EE-43F811B1A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552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C4AC9-4843-4A59-A043-9ED8596C7741}" type="datetimeFigureOut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18563-E340-4FBD-94EE-43F811B1A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1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C4AC9-4843-4A59-A043-9ED8596C7741}" type="datetimeFigureOut">
              <a:rPr lang="ko-KR" altLang="en-US" smtClean="0"/>
              <a:t>2020-12-13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D18563-E340-4FBD-94EE-43F811B1A73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548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211.32.19.210:8090/dist/setup-LA.ex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211.32.19.210:8090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9012" y="1130531"/>
            <a:ext cx="905087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아래 </a:t>
            </a:r>
            <a:r>
              <a:rPr lang="en-US" altLang="ko-KR" dirty="0" smtClean="0"/>
              <a:t>URL </a:t>
            </a:r>
            <a:r>
              <a:rPr lang="ko-KR" altLang="en-US" dirty="0" smtClean="0"/>
              <a:t>에서 설치 파일을 받아서 설치 한다</a:t>
            </a:r>
            <a:r>
              <a:rPr lang="en-US" altLang="ko-KR" dirty="0" smtClean="0"/>
              <a:t>.</a:t>
            </a:r>
          </a:p>
          <a:p>
            <a:endParaRPr lang="en-US" altLang="ko-KR" dirty="0">
              <a:hlinkClick r:id="rId2"/>
            </a:endParaRPr>
          </a:p>
          <a:p>
            <a:r>
              <a:rPr lang="en-US" altLang="ko-KR" dirty="0" smtClean="0">
                <a:hlinkClick r:id="rId2"/>
              </a:rPr>
              <a:t>http://211.32.19.210:8090/dist/setup-LA.exe</a:t>
            </a:r>
            <a:r>
              <a:rPr lang="en-US" altLang="ko-KR" dirty="0" smtClean="0"/>
              <a:t> 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설치가 완료되면 시작프로그램에 </a:t>
            </a:r>
            <a:r>
              <a:rPr lang="en-US" altLang="ko-KR" dirty="0" err="1" smtClean="0"/>
              <a:t>LoginAgent</a:t>
            </a:r>
            <a:r>
              <a:rPr lang="en-US" altLang="ko-KR" dirty="0" smtClean="0"/>
              <a:t>  </a:t>
            </a:r>
            <a:r>
              <a:rPr lang="ko-KR" altLang="en-US" dirty="0" smtClean="0"/>
              <a:t>가 등록되고 프로그램이 자동 시작된다</a:t>
            </a:r>
            <a:r>
              <a:rPr lang="en-US" altLang="ko-KR" dirty="0" smtClean="0"/>
              <a:t>.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32757" y="166254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설치 방법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939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32757" y="166254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서버 관리 방법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32263" y="847898"/>
            <a:ext cx="6813532" cy="42473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b="1" dirty="0" smtClean="0"/>
              <a:t>서버 정보</a:t>
            </a:r>
            <a:endParaRPr lang="en-US" altLang="ko-KR" b="1" dirty="0" smtClean="0"/>
          </a:p>
          <a:p>
            <a:r>
              <a:rPr lang="ko-KR" altLang="en-US" dirty="0" smtClean="0"/>
              <a:t>서버 위치 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북가좌점</a:t>
            </a:r>
            <a:r>
              <a:rPr lang="ko-KR" altLang="en-US" dirty="0" smtClean="0"/>
              <a:t> 창고</a:t>
            </a:r>
            <a:endParaRPr lang="en-US" altLang="ko-KR" dirty="0" smtClean="0"/>
          </a:p>
          <a:p>
            <a:r>
              <a:rPr lang="en-US" altLang="ko-KR" dirty="0" smtClean="0"/>
              <a:t>IP : 211.32.19.210</a:t>
            </a:r>
          </a:p>
          <a:p>
            <a:r>
              <a:rPr lang="en-US" altLang="ko-KR" dirty="0" smtClean="0"/>
              <a:t>ID : </a:t>
            </a:r>
            <a:r>
              <a:rPr lang="en-US" altLang="ko-KR" dirty="0" err="1" smtClean="0"/>
              <a:t>kbkb</a:t>
            </a:r>
            <a:endParaRPr lang="en-US" altLang="ko-KR" dirty="0" smtClean="0"/>
          </a:p>
          <a:p>
            <a:r>
              <a:rPr lang="en-US" altLang="ko-KR" dirty="0" smtClean="0"/>
              <a:t>PW : !QAZxsw2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b="1" dirty="0" smtClean="0"/>
              <a:t>서버 구동 방법</a:t>
            </a:r>
            <a:endParaRPr lang="en-US" altLang="ko-KR" b="1" dirty="0" smtClean="0"/>
          </a:p>
          <a:p>
            <a:r>
              <a:rPr lang="ko-KR" altLang="en-US" dirty="0" smtClean="0"/>
              <a:t>바탕화면에 </a:t>
            </a:r>
            <a:r>
              <a:rPr lang="en-US" altLang="ko-KR" dirty="0" smtClean="0"/>
              <a:t>“eclipse - </a:t>
            </a:r>
            <a:r>
              <a:rPr lang="ko-KR" altLang="en-US" dirty="0" smtClean="0"/>
              <a:t>바로 가기</a:t>
            </a:r>
            <a:r>
              <a:rPr lang="en-US" altLang="ko-KR" dirty="0" smtClean="0"/>
              <a:t>” – Run – occam2-mybot</a:t>
            </a:r>
          </a:p>
          <a:p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b="1" dirty="0" smtClean="0"/>
              <a:t>DB </a:t>
            </a:r>
            <a:r>
              <a:rPr lang="ko-KR" altLang="en-US" b="1" dirty="0" smtClean="0"/>
              <a:t>정보</a:t>
            </a:r>
            <a:endParaRPr lang="en-US" altLang="ko-KR" b="1" dirty="0" smtClean="0"/>
          </a:p>
          <a:p>
            <a:r>
              <a:rPr lang="en-US" altLang="ko-KR" dirty="0"/>
              <a:t>&lt;</a:t>
            </a:r>
            <a:r>
              <a:rPr lang="en-US" altLang="ko-KR" dirty="0" err="1"/>
              <a:t>datasource</a:t>
            </a:r>
            <a:r>
              <a:rPr lang="en-US" altLang="ko-KR" dirty="0"/>
              <a:t> name=</a:t>
            </a:r>
            <a:r>
              <a:rPr lang="en-US" altLang="ko-KR" i="1" dirty="0"/>
              <a:t>"default"</a:t>
            </a:r>
          </a:p>
          <a:p>
            <a:r>
              <a:rPr lang="en-US" altLang="ko-KR" dirty="0" err="1"/>
              <a:t>url</a:t>
            </a:r>
            <a:r>
              <a:rPr lang="en-US" altLang="ko-KR" dirty="0"/>
              <a:t>=</a:t>
            </a:r>
            <a:r>
              <a:rPr lang="en-US" altLang="ko-KR" i="1" dirty="0"/>
              <a:t>"</a:t>
            </a:r>
            <a:r>
              <a:rPr lang="en-US" altLang="ko-KR" i="1" dirty="0" err="1"/>
              <a:t>jdbc:oracle:thin</a:t>
            </a:r>
            <a:r>
              <a:rPr lang="en-US" altLang="ko-KR" i="1" dirty="0"/>
              <a:t>:@//211.32.19.210:1521/XE" </a:t>
            </a:r>
          </a:p>
          <a:p>
            <a:r>
              <a:rPr lang="en-US" altLang="ko-KR" dirty="0"/>
              <a:t>username=</a:t>
            </a:r>
            <a:r>
              <a:rPr lang="en-US" altLang="ko-KR" i="1" dirty="0"/>
              <a:t>"</a:t>
            </a:r>
            <a:r>
              <a:rPr lang="en-US" altLang="ko-KR" i="1" dirty="0" err="1"/>
              <a:t>mybot</a:t>
            </a:r>
            <a:r>
              <a:rPr lang="en-US" altLang="ko-KR" i="1" dirty="0"/>
              <a:t>" password="1qazxsw2" </a:t>
            </a:r>
          </a:p>
          <a:p>
            <a:r>
              <a:rPr lang="en-US" altLang="ko-KR" dirty="0"/>
              <a:t>driver=</a:t>
            </a:r>
            <a:r>
              <a:rPr lang="en-US" altLang="ko-KR" i="1" dirty="0"/>
              <a:t>"</a:t>
            </a:r>
            <a:r>
              <a:rPr lang="en-US" altLang="ko-KR" i="1" dirty="0" err="1"/>
              <a:t>oracle.jdbc.driver.OracleDriver</a:t>
            </a:r>
            <a:r>
              <a:rPr lang="en-US" altLang="ko-KR" i="1" dirty="0"/>
              <a:t>" dialect="ORACLE12C"/&gt;</a:t>
            </a:r>
            <a:endParaRPr lang="en-US" altLang="ko-KR" b="1" dirty="0"/>
          </a:p>
          <a:p>
            <a:pPr marL="285750" indent="-285750">
              <a:buFontTx/>
              <a:buChar char="-"/>
            </a:pPr>
            <a:endParaRPr lang="en-US" altLang="ko-KR" b="1" dirty="0" smtClean="0"/>
          </a:p>
        </p:txBody>
      </p:sp>
    </p:spTree>
    <p:extLst>
      <p:ext uri="{BB962C8B-B14F-4D97-AF65-F5344CB8AC3E}">
        <p14:creationId xmlns:p14="http://schemas.microsoft.com/office/powerpoint/2010/main" val="3173607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2757" y="166254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 </a:t>
            </a:r>
            <a:r>
              <a:rPr lang="en-US" altLang="ko-KR" dirty="0" smtClean="0"/>
              <a:t>(</a:t>
            </a:r>
            <a:r>
              <a:rPr lang="ko-KR" altLang="en-US" dirty="0" smtClean="0"/>
              <a:t>접속 방법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32263" y="847898"/>
            <a:ext cx="291938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b="1" dirty="0" smtClean="0"/>
              <a:t>관리 페이지 접속</a:t>
            </a:r>
            <a:endParaRPr lang="en-US" altLang="ko-KR" dirty="0"/>
          </a:p>
          <a:p>
            <a:r>
              <a:rPr lang="en-US" altLang="ko-KR" dirty="0" smtClean="0">
                <a:hlinkClick r:id="rId2"/>
              </a:rPr>
              <a:t>http://211.32.19.210:8090/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/>
              <a:t>ID : </a:t>
            </a:r>
            <a:r>
              <a:rPr lang="en-US" altLang="ko-KR" dirty="0" err="1" smtClean="0"/>
              <a:t>kingsman</a:t>
            </a:r>
            <a:endParaRPr lang="en-US" altLang="ko-KR" dirty="0" smtClean="0"/>
          </a:p>
          <a:p>
            <a:r>
              <a:rPr lang="en-US" altLang="ko-KR" dirty="0" smtClean="0"/>
              <a:t>PW : 1234</a:t>
            </a:r>
          </a:p>
          <a:p>
            <a:endParaRPr lang="en-US" altLang="ko-KR" dirty="0"/>
          </a:p>
          <a:p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614341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2757" y="166254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 </a:t>
            </a:r>
            <a:r>
              <a:rPr lang="en-US" altLang="ko-KR" dirty="0" smtClean="0"/>
              <a:t>(</a:t>
            </a:r>
            <a:r>
              <a:rPr lang="ko-KR" altLang="en-US" dirty="0" smtClean="0"/>
              <a:t>메뉴 설명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32263" y="847898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dirty="0"/>
          </a:p>
          <a:p>
            <a:endParaRPr lang="en-US" altLang="ko-KR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28" y="1171063"/>
            <a:ext cx="2409825" cy="3886200"/>
          </a:xfrm>
          <a:prstGeom prst="rect">
            <a:avLst/>
          </a:prstGeom>
        </p:spPr>
      </p:pic>
      <p:cxnSp>
        <p:nvCxnSpPr>
          <p:cNvPr id="6" name="직선 화살표 연결선 5"/>
          <p:cNvCxnSpPr/>
          <p:nvPr/>
        </p:nvCxnSpPr>
        <p:spPr>
          <a:xfrm>
            <a:off x="2876204" y="1837113"/>
            <a:ext cx="7647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640975" y="1667836"/>
            <a:ext cx="362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현재 사용중인 사이트 계정 정보 표시</a:t>
            </a:r>
            <a:endParaRPr lang="ko-KR" altLang="en-US" sz="1600" dirty="0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2876204" y="2333887"/>
            <a:ext cx="7647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40975" y="2164610"/>
            <a:ext cx="40683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err="1" smtClean="0"/>
              <a:t>넷플릭스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웨이브 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Tving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의 </a:t>
            </a:r>
            <a:r>
              <a:rPr lang="en-US" altLang="ko-KR" sz="1600" dirty="0" smtClean="0"/>
              <a:t>ID / PW </a:t>
            </a:r>
            <a:r>
              <a:rPr lang="ko-KR" altLang="en-US" sz="1600" dirty="0" smtClean="0"/>
              <a:t>관리</a:t>
            </a:r>
            <a:endParaRPr lang="ko-KR" altLang="en-US" sz="1600" dirty="0"/>
          </a:p>
        </p:txBody>
      </p:sp>
      <p:cxnSp>
        <p:nvCxnSpPr>
          <p:cNvPr id="10" name="직선 화살표 연결선 9"/>
          <p:cNvCxnSpPr/>
          <p:nvPr/>
        </p:nvCxnSpPr>
        <p:spPr>
          <a:xfrm>
            <a:off x="2876204" y="2830661"/>
            <a:ext cx="7647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640975" y="2661384"/>
            <a:ext cx="51940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동영상 사이트 연동 관리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개발자용으로 건들지 마세요</a:t>
            </a:r>
            <a:r>
              <a:rPr lang="en-US" altLang="ko-KR" sz="1600" dirty="0" smtClean="0"/>
              <a:t>)</a:t>
            </a:r>
            <a:endParaRPr lang="ko-KR" altLang="en-US" sz="1600" dirty="0"/>
          </a:p>
        </p:txBody>
      </p:sp>
      <p:cxnSp>
        <p:nvCxnSpPr>
          <p:cNvPr id="12" name="직선 화살표 연결선 11"/>
          <p:cNvCxnSpPr/>
          <p:nvPr/>
        </p:nvCxnSpPr>
        <p:spPr>
          <a:xfrm>
            <a:off x="2876204" y="3316100"/>
            <a:ext cx="7647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40975" y="3146823"/>
            <a:ext cx="53287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현재 사용중인 사이트 계정 정보 표시 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홈화면과</a:t>
            </a:r>
            <a:r>
              <a:rPr lang="ko-KR" altLang="en-US" sz="1600" dirty="0" smtClean="0"/>
              <a:t> 동일함</a:t>
            </a:r>
            <a:r>
              <a:rPr lang="en-US" altLang="ko-KR" sz="1600" dirty="0" smtClean="0"/>
              <a:t>)</a:t>
            </a:r>
            <a:endParaRPr lang="ko-KR" altLang="en-US" sz="1600" dirty="0"/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2876204" y="3842159"/>
            <a:ext cx="7647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40975" y="3672882"/>
            <a:ext cx="15600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매장 정보 관리</a:t>
            </a:r>
            <a:endParaRPr lang="ko-KR" altLang="en-US" sz="1600" dirty="0"/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2876204" y="4282112"/>
            <a:ext cx="7647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640975" y="4112835"/>
            <a:ext cx="31021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smtClean="0"/>
              <a:t>PC </a:t>
            </a:r>
            <a:r>
              <a:rPr lang="ko-KR" altLang="en-US" sz="1600" dirty="0" smtClean="0"/>
              <a:t>정보 관리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나중에 지원 예정</a:t>
            </a:r>
            <a:r>
              <a:rPr lang="en-US" altLang="ko-KR" sz="1600" dirty="0" smtClean="0"/>
              <a:t>)</a:t>
            </a:r>
            <a:endParaRPr lang="ko-KR" altLang="en-US" sz="1600" dirty="0"/>
          </a:p>
        </p:txBody>
      </p:sp>
      <p:cxnSp>
        <p:nvCxnSpPr>
          <p:cNvPr id="18" name="직선 화살표 연결선 17"/>
          <p:cNvCxnSpPr/>
          <p:nvPr/>
        </p:nvCxnSpPr>
        <p:spPr>
          <a:xfrm>
            <a:off x="2876204" y="4791000"/>
            <a:ext cx="76477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40975" y="4621723"/>
            <a:ext cx="21755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 smtClean="0"/>
              <a:t>시스템 관리자용 메뉴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69902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963" y="900546"/>
            <a:ext cx="6640917" cy="29031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2757" y="166254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 </a:t>
            </a:r>
            <a:r>
              <a:rPr lang="en-US" altLang="ko-KR" dirty="0" smtClean="0"/>
              <a:t>(</a:t>
            </a:r>
            <a:r>
              <a:rPr lang="ko-KR" altLang="en-US" dirty="0" smtClean="0"/>
              <a:t>계정 등록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9105" y="1324745"/>
            <a:ext cx="299520" cy="2962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타원 21"/>
          <p:cNvSpPr/>
          <p:nvPr/>
        </p:nvSpPr>
        <p:spPr>
          <a:xfrm>
            <a:off x="4064923" y="1027023"/>
            <a:ext cx="288174" cy="2881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7722524" y="535586"/>
            <a:ext cx="440574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1200" b="1" dirty="0" smtClean="0"/>
              <a:t>+</a:t>
            </a:r>
            <a:r>
              <a:rPr lang="ko-KR" altLang="en-US" sz="1200" b="1" dirty="0" smtClean="0"/>
              <a:t> 버튼을 누른다</a:t>
            </a:r>
            <a:endParaRPr lang="en-US" altLang="ko-KR" sz="1200" b="1" dirty="0" smtClean="0"/>
          </a:p>
          <a:p>
            <a:pPr marL="342900" indent="-342900">
              <a:buAutoNum type="arabicPeriod"/>
            </a:pPr>
            <a:endParaRPr lang="en-US" altLang="ko-KR" sz="1200" dirty="0" smtClean="0"/>
          </a:p>
          <a:p>
            <a:pPr marL="342900" indent="-342900">
              <a:buAutoNum type="arabicPeriod"/>
            </a:pPr>
            <a:r>
              <a:rPr lang="ko-KR" altLang="en-US" sz="1200" b="1" dirty="0" smtClean="0"/>
              <a:t>추가된 행에 정보를 입력한다</a:t>
            </a:r>
            <a:r>
              <a:rPr lang="en-US" altLang="ko-KR" sz="1200" b="1" dirty="0" smtClean="0"/>
              <a:t>.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ko-KR" altLang="en-US" sz="1200" dirty="0" err="1" smtClean="0"/>
              <a:t>사이트명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: </a:t>
            </a:r>
            <a:r>
              <a:rPr lang="ko-KR" altLang="en-US" sz="1200" dirty="0" err="1" smtClean="0"/>
              <a:t>넷플릭스</a:t>
            </a:r>
            <a:r>
              <a:rPr lang="ko-KR" altLang="en-US" sz="1200" dirty="0" smtClean="0"/>
              <a:t> </a:t>
            </a:r>
            <a:r>
              <a:rPr lang="en-US" altLang="ko-KR" sz="1200" dirty="0" smtClean="0"/>
              <a:t>, </a:t>
            </a:r>
            <a:r>
              <a:rPr lang="en-US" altLang="ko-KR" sz="1200" dirty="0" err="1" smtClean="0"/>
              <a:t>Tving</a:t>
            </a:r>
            <a:r>
              <a:rPr lang="en-US" altLang="ko-KR" sz="1200" dirty="0" smtClean="0"/>
              <a:t> , </a:t>
            </a:r>
            <a:r>
              <a:rPr lang="ko-KR" altLang="en-US" sz="1200" dirty="0" smtClean="0"/>
              <a:t>웨이브 선택</a:t>
            </a:r>
            <a:r>
              <a:rPr lang="en-US" altLang="ko-KR" sz="1200" dirty="0" smtClean="0"/>
              <a:t/>
            </a:r>
            <a:br>
              <a:rPr lang="en-US" altLang="ko-KR" sz="1200" dirty="0" smtClean="0"/>
            </a:br>
            <a:r>
              <a:rPr lang="ko-KR" altLang="en-US" sz="1200" dirty="0" smtClean="0"/>
              <a:t>아이디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아이디를 입력한다</a:t>
            </a:r>
            <a:r>
              <a:rPr lang="en-US" altLang="ko-KR" sz="1200" dirty="0" smtClean="0"/>
              <a:t>.</a:t>
            </a:r>
            <a:br>
              <a:rPr lang="en-US" altLang="ko-KR" sz="1200" dirty="0" smtClean="0"/>
            </a:br>
            <a:r>
              <a:rPr lang="ko-KR" altLang="en-US" sz="1200" dirty="0" smtClean="0"/>
              <a:t>비밀번호 </a:t>
            </a:r>
            <a:r>
              <a:rPr lang="en-US" altLang="ko-KR" sz="1200" dirty="0" smtClean="0"/>
              <a:t>: </a:t>
            </a:r>
            <a:r>
              <a:rPr lang="ko-KR" altLang="en-US" sz="1200" dirty="0" smtClean="0"/>
              <a:t>비밀번호를 입력한다</a:t>
            </a:r>
            <a:r>
              <a:rPr lang="en-US" altLang="ko-KR" sz="1200" dirty="0" smtClean="0"/>
              <a:t>.</a:t>
            </a:r>
          </a:p>
          <a:p>
            <a:pPr marL="342900" indent="-342900">
              <a:buAutoNum type="arabicPeriod"/>
            </a:pPr>
            <a:endParaRPr lang="en-US" altLang="ko-KR" sz="1200" dirty="0" smtClean="0"/>
          </a:p>
          <a:p>
            <a:pPr marL="342900" indent="-342900">
              <a:buAutoNum type="arabicPeriod"/>
            </a:pPr>
            <a:r>
              <a:rPr lang="ko-KR" altLang="en-US" sz="1200" b="1" dirty="0" smtClean="0"/>
              <a:t>디스크 모양의 저장 버튼을 클릭하면 </a:t>
            </a:r>
            <a:r>
              <a:rPr lang="ko-KR" altLang="en-US" sz="1200" b="1" dirty="0" err="1" smtClean="0"/>
              <a:t>계정정보가</a:t>
            </a:r>
            <a:r>
              <a:rPr lang="ko-KR" altLang="en-US" sz="1200" b="1" dirty="0" smtClean="0"/>
              <a:t> 저장된다</a:t>
            </a:r>
            <a:r>
              <a:rPr lang="en-US" altLang="ko-KR" sz="1200" b="1" dirty="0" smtClean="0"/>
              <a:t>.</a:t>
            </a:r>
          </a:p>
          <a:p>
            <a:pPr marL="342900" indent="-342900">
              <a:buAutoNum type="arabicPeriod"/>
            </a:pPr>
            <a:endParaRPr lang="en-US" altLang="ko-KR" sz="1200" dirty="0" smtClean="0"/>
          </a:p>
        </p:txBody>
      </p:sp>
      <p:sp>
        <p:nvSpPr>
          <p:cNvPr id="25" name="직사각형 24"/>
          <p:cNvSpPr/>
          <p:nvPr/>
        </p:nvSpPr>
        <p:spPr>
          <a:xfrm>
            <a:off x="915097" y="2140928"/>
            <a:ext cx="6403783" cy="3695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/>
          <p:cNvSpPr/>
          <p:nvPr/>
        </p:nvSpPr>
        <p:spPr>
          <a:xfrm>
            <a:off x="915097" y="1852754"/>
            <a:ext cx="288174" cy="2881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31" name="타원 30"/>
          <p:cNvSpPr/>
          <p:nvPr/>
        </p:nvSpPr>
        <p:spPr>
          <a:xfrm>
            <a:off x="4854370" y="1036570"/>
            <a:ext cx="288174" cy="2881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4640687" y="1324745"/>
            <a:ext cx="299520" cy="2962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778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743" y="1036569"/>
            <a:ext cx="5857791" cy="299298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2757" y="166254"/>
            <a:ext cx="2133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 </a:t>
            </a:r>
            <a:r>
              <a:rPr lang="en-US" altLang="ko-KR" dirty="0" smtClean="0"/>
              <a:t>(</a:t>
            </a:r>
            <a:r>
              <a:rPr lang="ko-KR" altLang="en-US" dirty="0" smtClean="0"/>
              <a:t>계정 수정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7722524" y="535586"/>
            <a:ext cx="4405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200" b="1" dirty="0" smtClean="0"/>
              <a:t>수정 할 계정의 항목을 선택하고 정보를 수정한다</a:t>
            </a:r>
            <a:endParaRPr lang="en-US" altLang="ko-KR" sz="1200" b="1" dirty="0" smtClean="0"/>
          </a:p>
          <a:p>
            <a:pPr marL="342900" indent="-342900">
              <a:buAutoNum type="arabicPeriod"/>
            </a:pPr>
            <a:endParaRPr lang="en-US" altLang="ko-KR" sz="1200" b="1" dirty="0"/>
          </a:p>
          <a:p>
            <a:pPr marL="342900" indent="-342900">
              <a:buAutoNum type="arabicPeriod"/>
            </a:pPr>
            <a:r>
              <a:rPr lang="ko-KR" altLang="en-US" sz="1200" b="1" dirty="0" smtClean="0"/>
              <a:t>저장 버튼을 눌러 수정 사항을 저장한다</a:t>
            </a:r>
            <a:r>
              <a:rPr lang="en-US" altLang="ko-KR" sz="1200" b="1" dirty="0" smtClean="0"/>
              <a:t>.</a:t>
            </a:r>
            <a:endParaRPr lang="en-US" altLang="ko-KR" sz="1200" dirty="0" smtClean="0"/>
          </a:p>
        </p:txBody>
      </p:sp>
      <p:sp>
        <p:nvSpPr>
          <p:cNvPr id="25" name="직사각형 24"/>
          <p:cNvSpPr/>
          <p:nvPr/>
        </p:nvSpPr>
        <p:spPr>
          <a:xfrm>
            <a:off x="408020" y="2348303"/>
            <a:ext cx="6403783" cy="3695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/>
          <p:cNvSpPr/>
          <p:nvPr/>
        </p:nvSpPr>
        <p:spPr>
          <a:xfrm>
            <a:off x="408020" y="2060129"/>
            <a:ext cx="288174" cy="2881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31" name="타원 30"/>
          <p:cNvSpPr/>
          <p:nvPr/>
        </p:nvSpPr>
        <p:spPr>
          <a:xfrm>
            <a:off x="4230916" y="1036569"/>
            <a:ext cx="288174" cy="2881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32" name="직사각형 31"/>
          <p:cNvSpPr/>
          <p:nvPr/>
        </p:nvSpPr>
        <p:spPr>
          <a:xfrm>
            <a:off x="4017233" y="1324744"/>
            <a:ext cx="299520" cy="2962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1717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32757" y="166254"/>
            <a:ext cx="2677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관리 </a:t>
            </a:r>
            <a:r>
              <a:rPr lang="en-US" altLang="ko-KR" dirty="0" smtClean="0"/>
              <a:t>(</a:t>
            </a:r>
            <a:r>
              <a:rPr lang="ko-KR" altLang="en-US" dirty="0" smtClean="0"/>
              <a:t>계정 사용 현황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7722524" y="535586"/>
            <a:ext cx="440574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200" b="1" dirty="0" smtClean="0"/>
              <a:t>현재 계정 사용 현황을 볼 수 있다</a:t>
            </a:r>
            <a:r>
              <a:rPr lang="en-US" altLang="ko-KR" sz="1200" b="1" dirty="0" smtClean="0"/>
              <a:t>.</a:t>
            </a:r>
          </a:p>
          <a:p>
            <a:pPr marL="342900" indent="-342900">
              <a:buAutoNum type="arabicPeriod"/>
            </a:pPr>
            <a:endParaRPr lang="en-US" altLang="ko-KR" sz="1200" b="1" dirty="0"/>
          </a:p>
          <a:p>
            <a:pPr marL="342900" indent="-342900">
              <a:buAutoNum type="arabicPeriod"/>
            </a:pPr>
            <a:r>
              <a:rPr lang="ko-KR" altLang="en-US" sz="1200" b="1" dirty="0" smtClean="0"/>
              <a:t>사용자가 계정을 모두 사용 하고 있을 경우 실제로 사용하는지 체크하여 계정 사용 현황 관리에서 삭제해주면 사용중인 계정을 해제 할 수 있다</a:t>
            </a:r>
            <a:r>
              <a:rPr lang="en-US" altLang="ko-KR" sz="1200" b="1" dirty="0" smtClean="0"/>
              <a:t>.</a:t>
            </a:r>
          </a:p>
          <a:p>
            <a:pPr marL="342900" indent="-342900">
              <a:buAutoNum type="arabicPeriod"/>
            </a:pPr>
            <a:endParaRPr lang="en-US" altLang="ko-KR" sz="1200" b="1" dirty="0"/>
          </a:p>
          <a:p>
            <a:pPr marL="342900" indent="-342900">
              <a:buAutoNum type="arabicPeriod"/>
            </a:pPr>
            <a:r>
              <a:rPr lang="ko-KR" altLang="en-US" sz="1200" b="1" dirty="0" smtClean="0"/>
              <a:t>저장 버튼을 클릭해야 삭제가 된다</a:t>
            </a:r>
            <a:r>
              <a:rPr lang="en-US" altLang="ko-KR" sz="1200" b="1" dirty="0" smtClean="0"/>
              <a:t>.</a:t>
            </a:r>
          </a:p>
          <a:p>
            <a:pPr marL="342900" indent="-342900">
              <a:buAutoNum type="arabicPeriod"/>
            </a:pPr>
            <a:endParaRPr lang="en-US" altLang="ko-KR" sz="1200" b="1" dirty="0"/>
          </a:p>
          <a:p>
            <a:pPr marL="342900" indent="-342900">
              <a:buAutoNum type="arabicPeriod"/>
            </a:pPr>
            <a:endParaRPr lang="en-US" altLang="ko-KR" sz="1200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541" y="1081261"/>
            <a:ext cx="6589655" cy="2807384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592542" y="2115437"/>
            <a:ext cx="5916324" cy="6610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448453" y="1885562"/>
            <a:ext cx="288174" cy="2881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1</a:t>
            </a:r>
            <a:endParaRPr lang="ko-KR" altLang="en-US" dirty="0"/>
          </a:p>
        </p:txBody>
      </p:sp>
      <p:sp>
        <p:nvSpPr>
          <p:cNvPr id="12" name="타원 11"/>
          <p:cNvSpPr/>
          <p:nvPr/>
        </p:nvSpPr>
        <p:spPr>
          <a:xfrm>
            <a:off x="6894022" y="2196779"/>
            <a:ext cx="288174" cy="2881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2</a:t>
            </a:r>
            <a:endParaRPr lang="ko-KR" altLang="en-US" dirty="0"/>
          </a:p>
        </p:txBody>
      </p:sp>
      <p:sp>
        <p:nvSpPr>
          <p:cNvPr id="13" name="직사각형 12"/>
          <p:cNvSpPr/>
          <p:nvPr/>
        </p:nvSpPr>
        <p:spPr>
          <a:xfrm>
            <a:off x="6695771" y="2340866"/>
            <a:ext cx="299520" cy="2962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4470731" y="1457990"/>
            <a:ext cx="299520" cy="2962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4735614" y="1241385"/>
            <a:ext cx="288174" cy="28817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smtClean="0"/>
              <a:t>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38456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256</Words>
  <Application>Microsoft Office PowerPoint</Application>
  <PresentationFormat>와이드스크린</PresentationFormat>
  <Paragraphs>59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gunwoo hur</dc:creator>
  <cp:lastModifiedBy>gunwoo hur</cp:lastModifiedBy>
  <cp:revision>11</cp:revision>
  <dcterms:created xsi:type="dcterms:W3CDTF">2020-12-13T10:32:46Z</dcterms:created>
  <dcterms:modified xsi:type="dcterms:W3CDTF">2020-12-13T11:00:30Z</dcterms:modified>
</cp:coreProperties>
</file>